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7" r:id="rId2"/>
    <p:sldId id="258" r:id="rId3"/>
    <p:sldId id="259" r:id="rId4"/>
    <p:sldId id="260" r:id="rId5"/>
    <p:sldId id="261"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702" y="-1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91B506-6CF6-46F7-AABB-BCC7630399A4}" type="datetimeFigureOut">
              <a:rPr lang="en-IN" smtClean="0"/>
              <a:t>15-12-2025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E97E1D-6725-4B79-A500-2700F12C0762}" type="slidenum">
              <a:rPr lang="en-IN" smtClean="0"/>
              <a:t>‹#›</a:t>
            </a:fld>
            <a:endParaRPr lang="en-IN"/>
          </a:p>
        </p:txBody>
      </p:sp>
    </p:spTree>
    <p:extLst>
      <p:ext uri="{BB962C8B-B14F-4D97-AF65-F5344CB8AC3E}">
        <p14:creationId xmlns:p14="http://schemas.microsoft.com/office/powerpoint/2010/main" val="3676826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078D15F-7424-4CD7-A8E7-89EF0BAC9B3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3297036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078D15F-7424-4CD7-A8E7-89EF0BAC9B3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3853026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78D15F-7424-4CD7-A8E7-89EF0BAC9B3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4232954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078D15F-7424-4CD7-A8E7-89EF0BAC9B3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3924881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078D15F-7424-4CD7-A8E7-89EF0BAC9B3B}" type="datetimeFigureOut">
              <a:rPr lang="en-IN" smtClean="0"/>
              <a:t>15-12-2025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2633267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078D15F-7424-4CD7-A8E7-89EF0BAC9B3B}" type="datetimeFigureOut">
              <a:rPr lang="en-IN" smtClean="0"/>
              <a:t>15-12-2025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781232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78D15F-7424-4CD7-A8E7-89EF0BAC9B3B}" type="datetimeFigureOut">
              <a:rPr lang="en-IN" smtClean="0"/>
              <a:t>15-12-2025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3131617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78D15F-7424-4CD7-A8E7-89EF0BAC9B3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1748351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78D15F-7424-4CD7-A8E7-89EF0BAC9B3B}"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3722572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078D15F-7424-4CD7-A8E7-89EF0BAC9B3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2160073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078D15F-7424-4CD7-A8E7-89EF0BAC9B3B}"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064C71-0F47-40F9-B025-6648ADBB6111}" type="slidenum">
              <a:rPr lang="en-IN" smtClean="0"/>
              <a:t>‹#›</a:t>
            </a:fld>
            <a:endParaRPr lang="en-IN"/>
          </a:p>
        </p:txBody>
      </p:sp>
    </p:spTree>
    <p:extLst>
      <p:ext uri="{BB962C8B-B14F-4D97-AF65-F5344CB8AC3E}">
        <p14:creationId xmlns:p14="http://schemas.microsoft.com/office/powerpoint/2010/main" val="2733578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78D15F-7424-4CD7-A8E7-89EF0BAC9B3B}" type="datetimeFigureOut">
              <a:rPr lang="en-IN" smtClean="0"/>
              <a:t>15-12-2025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064C71-0F47-40F9-B025-6648ADBB6111}" type="slidenum">
              <a:rPr lang="en-IN" smtClean="0"/>
              <a:t>‹#›</a:t>
            </a:fld>
            <a:endParaRPr lang="en-IN"/>
          </a:p>
        </p:txBody>
      </p:sp>
    </p:spTree>
    <p:extLst>
      <p:ext uri="{BB962C8B-B14F-4D97-AF65-F5344CB8AC3E}">
        <p14:creationId xmlns:p14="http://schemas.microsoft.com/office/powerpoint/2010/main" val="4246732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71400"/>
            <a:ext cx="8229600" cy="1728192"/>
          </a:xfrm>
        </p:spPr>
        <p:txBody>
          <a:bodyPr>
            <a:normAutofit/>
          </a:bodyPr>
          <a:lstStyle/>
          <a:p>
            <a:r>
              <a:rPr lang="en-US" sz="4000" b="1" i="1" u="sng" dirty="0" smtClean="0">
                <a:latin typeface="Colonna MT" pitchFamily="82" charset="0"/>
              </a:rPr>
              <a:t>RESTARUANT MENU</a:t>
            </a:r>
            <a:endParaRPr lang="en-IN" sz="4000" b="1" i="1" u="sng" dirty="0">
              <a:latin typeface="Colonna MT" pitchFamily="82" charset="0"/>
            </a:endParaRPr>
          </a:p>
        </p:txBody>
      </p:sp>
      <p:sp>
        <p:nvSpPr>
          <p:cNvPr id="3" name="Content Placeholder 2"/>
          <p:cNvSpPr>
            <a:spLocks noGrp="1"/>
          </p:cNvSpPr>
          <p:nvPr>
            <p:ph idx="1"/>
          </p:nvPr>
        </p:nvSpPr>
        <p:spPr>
          <a:xfrm>
            <a:off x="467544" y="1412776"/>
            <a:ext cx="8229600" cy="5184576"/>
          </a:xfrm>
        </p:spPr>
        <p:txBody>
          <a:bodyPr>
            <a:normAutofit fontScale="77500" lnSpcReduction="20000"/>
          </a:bodyPr>
          <a:lstStyle/>
          <a:p>
            <a:pPr marL="0" indent="0">
              <a:buNone/>
            </a:pPr>
            <a:r>
              <a:rPr lang="en-US" sz="2400" b="1" i="1" dirty="0" smtClean="0">
                <a:latin typeface="Colonna MT" pitchFamily="82" charset="0"/>
              </a:rPr>
              <a:t>INTRODUCTION</a:t>
            </a:r>
          </a:p>
          <a:p>
            <a:pPr marL="0" indent="0">
              <a:buNone/>
            </a:pPr>
            <a:r>
              <a:rPr lang="en-US" sz="1600" b="1" i="1" dirty="0" smtClean="0">
                <a:latin typeface="Bodoni MT" pitchFamily="18" charset="0"/>
              </a:rPr>
              <a:t>              </a:t>
            </a:r>
            <a:r>
              <a:rPr lang="en-US" sz="2100" dirty="0" smtClean="0">
                <a:latin typeface="Bodoni MT" pitchFamily="18" charset="0"/>
              </a:rPr>
              <a:t>A Restaurant Menu Card HTML program is a web-based layout designed using </a:t>
            </a:r>
            <a:r>
              <a:rPr lang="en-US" sz="2100" b="1" dirty="0" smtClean="0">
                <a:latin typeface="Bodoni MT" pitchFamily="18" charset="0"/>
              </a:rPr>
              <a:t>HTML and CSS</a:t>
            </a:r>
            <a:r>
              <a:rPr lang="en-US" sz="2100" dirty="0" smtClean="0">
                <a:latin typeface="Bodoni MT" pitchFamily="18" charset="0"/>
              </a:rPr>
              <a:t> to display food items and their prices in an attractive and organized manner. This program helps restaurants present their menu digitally, making it easy for customers to view available dishes, categories, and pricing. The menu card includes sections such as starters, main course, desserts, and beverages, with a clean and user-friendly design. </a:t>
            </a:r>
            <a:r>
              <a:rPr lang="en-US" sz="2100" b="1" i="1" dirty="0" smtClean="0">
                <a:latin typeface="Bodoni MT" pitchFamily="18" charset="0"/>
              </a:rPr>
              <a:t> </a:t>
            </a:r>
          </a:p>
          <a:p>
            <a:pPr marL="0" indent="0">
              <a:buNone/>
            </a:pPr>
            <a:endParaRPr lang="en-US" sz="2100" b="1" i="1" dirty="0">
              <a:latin typeface="Bodoni MT" pitchFamily="18" charset="0"/>
            </a:endParaRPr>
          </a:p>
          <a:p>
            <a:pPr marL="0" indent="0">
              <a:buNone/>
            </a:pPr>
            <a:r>
              <a:rPr lang="en-US" sz="2400" b="1" i="1" dirty="0" smtClean="0">
                <a:latin typeface="Colonna MT" pitchFamily="82" charset="0"/>
                <a:ea typeface="Yu Gothic UI Semilight" pitchFamily="34" charset="-128"/>
              </a:rPr>
              <a:t>Objective</a:t>
            </a:r>
          </a:p>
          <a:p>
            <a:pPr lvl="1">
              <a:buFont typeface="Wingdings" pitchFamily="2" charset="2"/>
              <a:buChar char="ü"/>
            </a:pPr>
            <a:r>
              <a:rPr lang="en-US" sz="2100" dirty="0" smtClean="0">
                <a:latin typeface="Bodoni MT" pitchFamily="18" charset="0"/>
              </a:rPr>
              <a:t>To design a basic restaurant menu card using HTML.</a:t>
            </a:r>
          </a:p>
          <a:p>
            <a:pPr lvl="1">
              <a:buFont typeface="Wingdings" pitchFamily="2" charset="2"/>
              <a:buChar char="ü"/>
            </a:pPr>
            <a:r>
              <a:rPr lang="en-US" sz="2100" dirty="0" smtClean="0">
                <a:latin typeface="Bodoni MT" pitchFamily="18" charset="0"/>
              </a:rPr>
              <a:t>To organize food items into categories.</a:t>
            </a:r>
          </a:p>
          <a:p>
            <a:pPr lvl="1">
              <a:buFont typeface="Wingdings" pitchFamily="2" charset="2"/>
              <a:buChar char="ü"/>
            </a:pPr>
            <a:r>
              <a:rPr lang="en-US" sz="2100" dirty="0" smtClean="0">
                <a:latin typeface="Bodoni MT" pitchFamily="18" charset="0"/>
              </a:rPr>
              <a:t>To display menu items and prices clearly.</a:t>
            </a:r>
          </a:p>
          <a:p>
            <a:pPr>
              <a:buFont typeface="Wingdings" pitchFamily="2" charset="2"/>
              <a:buChar char="ü"/>
            </a:pPr>
            <a:endParaRPr lang="en-US" sz="2100" b="1" i="1" dirty="0" smtClean="0">
              <a:latin typeface="Bodoni MT" pitchFamily="18" charset="0"/>
            </a:endParaRPr>
          </a:p>
          <a:p>
            <a:pPr marL="0" indent="0">
              <a:buNone/>
            </a:pPr>
            <a:r>
              <a:rPr lang="en-US" sz="2400" b="1" i="1" dirty="0" smtClean="0">
                <a:latin typeface="Colonna MT" pitchFamily="82" charset="0"/>
              </a:rPr>
              <a:t>Tools &amp; Technologies Use</a:t>
            </a:r>
          </a:p>
          <a:p>
            <a:pPr lvl="1">
              <a:buFont typeface="Wingdings" pitchFamily="2" charset="2"/>
              <a:buChar char="ü"/>
            </a:pPr>
            <a:r>
              <a:rPr lang="en-US" sz="2100" dirty="0" smtClean="0">
                <a:latin typeface="Bodoni MT" pitchFamily="18" charset="0"/>
              </a:rPr>
              <a:t>HTML (</a:t>
            </a:r>
            <a:r>
              <a:rPr lang="en-US" sz="2100" dirty="0" err="1" smtClean="0">
                <a:latin typeface="Bodoni MT" pitchFamily="18" charset="0"/>
              </a:rPr>
              <a:t>HyperText</a:t>
            </a:r>
            <a:r>
              <a:rPr lang="en-US" sz="2100" dirty="0" smtClean="0">
                <a:latin typeface="Bodoni MT" pitchFamily="18" charset="0"/>
              </a:rPr>
              <a:t> Markup Language)</a:t>
            </a:r>
          </a:p>
          <a:p>
            <a:pPr marL="0" indent="0">
              <a:buNone/>
            </a:pPr>
            <a:r>
              <a:rPr lang="en-US" sz="2100" b="1" i="1" dirty="0" smtClean="0">
                <a:latin typeface="Bodoni MT" pitchFamily="18" charset="0"/>
              </a:rPr>
              <a:t>    </a:t>
            </a:r>
            <a:endParaRPr lang="en-IN" sz="2100" b="1" i="1" dirty="0">
              <a:latin typeface="Bodoni MT" pitchFamily="18" charset="0"/>
            </a:endParaRPr>
          </a:p>
          <a:p>
            <a:pPr marL="0" indent="0">
              <a:buNone/>
            </a:pPr>
            <a:r>
              <a:rPr lang="en-US" sz="1400" b="1" i="1" dirty="0" smtClean="0"/>
              <a:t> </a:t>
            </a:r>
            <a:r>
              <a:rPr lang="en-US" sz="2600" b="1" i="1" dirty="0" smtClean="0">
                <a:latin typeface="Colonna MT" pitchFamily="82" charset="0"/>
              </a:rPr>
              <a:t>Structure of HTML Menu Card</a:t>
            </a:r>
          </a:p>
          <a:p>
            <a:pPr lvl="1">
              <a:buFont typeface="Wingdings" pitchFamily="2" charset="2"/>
              <a:buChar char="ü"/>
            </a:pPr>
            <a:r>
              <a:rPr lang="en-US" sz="2100" dirty="0" smtClean="0">
                <a:latin typeface="Bodoni MT" pitchFamily="18" charset="0"/>
              </a:rPr>
              <a:t>Header (Restaurant Name)</a:t>
            </a:r>
          </a:p>
          <a:p>
            <a:pPr lvl="1">
              <a:buFont typeface="Wingdings" pitchFamily="2" charset="2"/>
              <a:buChar char="ü"/>
            </a:pPr>
            <a:r>
              <a:rPr lang="en-US" sz="2100" dirty="0" smtClean="0">
                <a:latin typeface="Bodoni MT" pitchFamily="18" charset="0"/>
              </a:rPr>
              <a:t>Menu Categories (Starters, Main Course, Desserts, Beverages)</a:t>
            </a:r>
          </a:p>
          <a:p>
            <a:pPr lvl="1">
              <a:buFont typeface="Wingdings" pitchFamily="2" charset="2"/>
              <a:buChar char="ü"/>
            </a:pPr>
            <a:r>
              <a:rPr lang="en-US" sz="2100" dirty="0" smtClean="0">
                <a:latin typeface="Bodoni MT" pitchFamily="18" charset="0"/>
              </a:rPr>
              <a:t>Food Items and Prices</a:t>
            </a:r>
          </a:p>
          <a:p>
            <a:pPr lvl="1">
              <a:buFont typeface="Wingdings" pitchFamily="2" charset="2"/>
              <a:buChar char="ü"/>
            </a:pPr>
            <a:r>
              <a:rPr lang="en-US" sz="2100" dirty="0" smtClean="0">
                <a:latin typeface="Bodoni MT" pitchFamily="18" charset="0"/>
              </a:rPr>
              <a:t>Footer (Thank you message)</a:t>
            </a:r>
          </a:p>
          <a:p>
            <a:pPr marL="0" indent="0">
              <a:buNone/>
            </a:pPr>
            <a:endParaRPr lang="en-IN" sz="1400" b="1" i="1" dirty="0">
              <a:latin typeface="Bodoni MT" pitchFamily="18" charset="0"/>
            </a:endParaRPr>
          </a:p>
        </p:txBody>
      </p:sp>
    </p:spTree>
    <p:extLst>
      <p:ext uri="{BB962C8B-B14F-4D97-AF65-F5344CB8AC3E}">
        <p14:creationId xmlns:p14="http://schemas.microsoft.com/office/powerpoint/2010/main" val="3194731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323528" y="188640"/>
            <a:ext cx="8301038" cy="6192837"/>
          </a:xfrm>
        </p:spPr>
        <p:txBody>
          <a:bodyPr>
            <a:normAutofit/>
          </a:bodyPr>
          <a:lstStyle/>
          <a:p>
            <a:pPr marL="0" indent="0">
              <a:buNone/>
            </a:pPr>
            <a:r>
              <a:rPr lang="en-US" sz="2400" b="1" i="1" dirty="0" smtClean="0">
                <a:latin typeface="Colonna MT" pitchFamily="82" charset="0"/>
              </a:rPr>
              <a:t>HTML Structure:</a:t>
            </a:r>
            <a:endParaRPr lang="en-US" sz="2400" b="1" i="1" dirty="0">
              <a:latin typeface="Colonna MT" pitchFamily="82" charset="0"/>
            </a:endParaRPr>
          </a:p>
          <a:p>
            <a:pPr>
              <a:buFont typeface="Wingdings" pitchFamily="2" charset="2"/>
              <a:buChar char="ü"/>
            </a:pPr>
            <a:r>
              <a:rPr lang="en-US" sz="1600" dirty="0" smtClean="0">
                <a:latin typeface="Bodoni MT" pitchFamily="18" charset="0"/>
              </a:rPr>
              <a:t>&lt;</a:t>
            </a:r>
            <a:r>
              <a:rPr lang="en-US" sz="1600" dirty="0">
                <a:latin typeface="Bodoni MT" pitchFamily="18" charset="0"/>
              </a:rPr>
              <a:t>head&gt;: Contains metadata like the title of the page, linking to CSS styles, or external scripts.</a:t>
            </a:r>
          </a:p>
          <a:p>
            <a:pPr>
              <a:buFont typeface="Wingdings" pitchFamily="2" charset="2"/>
              <a:buChar char="ü"/>
            </a:pPr>
            <a:r>
              <a:rPr lang="en-US" sz="1600" dirty="0">
                <a:latin typeface="Bodoni MT" pitchFamily="18" charset="0"/>
              </a:rPr>
              <a:t>&lt;body&gt;: Contains the actual content of the page like text, images, etc.</a:t>
            </a:r>
          </a:p>
          <a:p>
            <a:pPr>
              <a:buFont typeface="Wingdings" pitchFamily="2" charset="2"/>
              <a:buChar char="ü"/>
            </a:pPr>
            <a:r>
              <a:rPr lang="en-US" sz="1600" dirty="0" smtClean="0">
                <a:latin typeface="Bodoni MT" pitchFamily="18" charset="0"/>
              </a:rPr>
              <a:t>&lt;!DOCTYPE html&gt;: Specifies the HTML version.</a:t>
            </a:r>
          </a:p>
          <a:p>
            <a:pPr>
              <a:buFont typeface="Wingdings" pitchFamily="2" charset="2"/>
              <a:buChar char="ü"/>
            </a:pPr>
            <a:r>
              <a:rPr lang="en-US" sz="1600" dirty="0" smtClean="0">
                <a:latin typeface="Bodoni MT" pitchFamily="18" charset="0"/>
              </a:rPr>
              <a:t>&lt;html&gt;: Root element that encloses the entire HTML document.</a:t>
            </a:r>
          </a:p>
          <a:p>
            <a:pPr>
              <a:buFont typeface="Wingdings" pitchFamily="2" charset="2"/>
              <a:buChar char="ü"/>
            </a:pPr>
            <a:endParaRPr lang="en-US" sz="1600" b="1" dirty="0">
              <a:latin typeface="Bodoni MT" pitchFamily="18" charset="0"/>
            </a:endParaRPr>
          </a:p>
          <a:p>
            <a:pPr marL="0" indent="0">
              <a:buNone/>
            </a:pPr>
            <a:r>
              <a:rPr lang="en-US" sz="2400" b="1" i="1" dirty="0" smtClean="0">
                <a:latin typeface="Colonna MT" pitchFamily="82" charset="0"/>
              </a:rPr>
              <a:t>HTML </a:t>
            </a:r>
            <a:r>
              <a:rPr lang="en-US" sz="2400" b="1" i="1" dirty="0">
                <a:latin typeface="Colonna MT" pitchFamily="82" charset="0"/>
              </a:rPr>
              <a:t>Tags </a:t>
            </a:r>
          </a:p>
          <a:p>
            <a:pPr>
              <a:buFont typeface="Wingdings" pitchFamily="2" charset="2"/>
              <a:buChar char="ü"/>
            </a:pPr>
            <a:r>
              <a:rPr lang="en-US" sz="1600" b="1" dirty="0">
                <a:latin typeface="Bodoni MT" pitchFamily="18" charset="0"/>
              </a:rPr>
              <a:t>&lt;html&gt;</a:t>
            </a:r>
            <a:r>
              <a:rPr lang="en-US" sz="1600" dirty="0">
                <a:latin typeface="Bodoni MT" pitchFamily="18" charset="0"/>
              </a:rPr>
              <a:t>: The root element of an HTML document.</a:t>
            </a:r>
          </a:p>
          <a:p>
            <a:pPr>
              <a:buFont typeface="Wingdings" pitchFamily="2" charset="2"/>
              <a:buChar char="ü"/>
            </a:pPr>
            <a:r>
              <a:rPr lang="en-US" sz="1600" b="1" dirty="0">
                <a:latin typeface="Bodoni MT" pitchFamily="18" charset="0"/>
              </a:rPr>
              <a:t>&lt;head&gt;</a:t>
            </a:r>
            <a:r>
              <a:rPr lang="en-US" sz="1600" dirty="0">
                <a:latin typeface="Bodoni MT" pitchFamily="18" charset="0"/>
              </a:rPr>
              <a:t>: Contains metadata, links to styles, and the title of the page.</a:t>
            </a:r>
          </a:p>
          <a:p>
            <a:pPr>
              <a:buFont typeface="Wingdings" pitchFamily="2" charset="2"/>
              <a:buChar char="ü"/>
            </a:pPr>
            <a:r>
              <a:rPr lang="en-US" sz="1600" b="1" dirty="0">
                <a:latin typeface="Bodoni MT" pitchFamily="18" charset="0"/>
              </a:rPr>
              <a:t>&lt;body&gt;</a:t>
            </a:r>
            <a:r>
              <a:rPr lang="en-US" sz="1600" dirty="0">
                <a:latin typeface="Bodoni MT" pitchFamily="18" charset="0"/>
              </a:rPr>
              <a:t>: Contains the content of the page (this is where the menu card will be).</a:t>
            </a:r>
          </a:p>
          <a:p>
            <a:pPr>
              <a:buFont typeface="Wingdings" pitchFamily="2" charset="2"/>
              <a:buChar char="ü"/>
            </a:pPr>
            <a:r>
              <a:rPr lang="en-US" sz="1600" b="1" dirty="0">
                <a:latin typeface="Bodoni MT" pitchFamily="18" charset="0"/>
              </a:rPr>
              <a:t>&lt;div&gt;</a:t>
            </a:r>
            <a:r>
              <a:rPr lang="en-US" sz="1600" dirty="0">
                <a:latin typeface="Bodoni MT" pitchFamily="18" charset="0"/>
              </a:rPr>
              <a:t>: A block-level container used for grouping content.</a:t>
            </a:r>
          </a:p>
          <a:p>
            <a:pPr>
              <a:buFont typeface="Wingdings" pitchFamily="2" charset="2"/>
              <a:buChar char="ü"/>
            </a:pPr>
            <a:r>
              <a:rPr lang="en-US" sz="1600" b="1" dirty="0">
                <a:latin typeface="Bodoni MT" pitchFamily="18" charset="0"/>
              </a:rPr>
              <a:t>&lt;section&gt;</a:t>
            </a:r>
            <a:r>
              <a:rPr lang="en-US" sz="1600" dirty="0">
                <a:latin typeface="Bodoni MT" pitchFamily="18" charset="0"/>
              </a:rPr>
              <a:t>: Represents a section in the document, such as a category of food (e.g., Appetizers, Main Courses).</a:t>
            </a:r>
          </a:p>
          <a:p>
            <a:pPr>
              <a:buFont typeface="Wingdings" pitchFamily="2" charset="2"/>
              <a:buChar char="ü"/>
            </a:pPr>
            <a:r>
              <a:rPr lang="en-US" sz="1600" b="1" dirty="0">
                <a:latin typeface="Bodoni MT" pitchFamily="18" charset="0"/>
              </a:rPr>
              <a:t>&lt;h1&gt;, &lt;h2&gt;, etc.</a:t>
            </a:r>
            <a:r>
              <a:rPr lang="en-US" sz="1600" dirty="0">
                <a:latin typeface="Bodoni MT" pitchFamily="18" charset="0"/>
              </a:rPr>
              <a:t>: Heading tags used for titles and section headings.</a:t>
            </a:r>
          </a:p>
          <a:p>
            <a:pPr>
              <a:buFont typeface="Wingdings" pitchFamily="2" charset="2"/>
              <a:buChar char="ü"/>
            </a:pPr>
            <a:r>
              <a:rPr lang="en-US" sz="1600" b="1" dirty="0">
                <a:latin typeface="Bodoni MT" pitchFamily="18" charset="0"/>
              </a:rPr>
              <a:t>&lt;</a:t>
            </a:r>
            <a:r>
              <a:rPr lang="en-US" sz="1600" b="1" dirty="0" err="1">
                <a:latin typeface="Bodoni MT" pitchFamily="18" charset="0"/>
              </a:rPr>
              <a:t>ul</a:t>
            </a:r>
            <a:r>
              <a:rPr lang="en-US" sz="1600" b="1" dirty="0">
                <a:latin typeface="Bodoni MT" pitchFamily="18" charset="0"/>
              </a:rPr>
              <a:t>&gt; / &lt;li&gt;</a:t>
            </a:r>
            <a:r>
              <a:rPr lang="en-US" sz="1600" dirty="0">
                <a:latin typeface="Bodoni MT" pitchFamily="18" charset="0"/>
              </a:rPr>
              <a:t>: Used for unordered lists (like listing menu items).</a:t>
            </a:r>
          </a:p>
          <a:p>
            <a:pPr>
              <a:buFont typeface="Wingdings" pitchFamily="2" charset="2"/>
              <a:buChar char="ü"/>
            </a:pPr>
            <a:r>
              <a:rPr lang="en-US" sz="1600" b="1" dirty="0" smtClean="0">
                <a:latin typeface="Bodoni MT" pitchFamily="18" charset="0"/>
              </a:rPr>
              <a:t>&lt;</a:t>
            </a:r>
            <a:r>
              <a:rPr lang="en-US" sz="1600" b="1" dirty="0">
                <a:latin typeface="Bodoni MT" pitchFamily="18" charset="0"/>
              </a:rPr>
              <a:t>p&gt;</a:t>
            </a:r>
            <a:r>
              <a:rPr lang="en-US" sz="1600" dirty="0">
                <a:latin typeface="Bodoni MT" pitchFamily="18" charset="0"/>
              </a:rPr>
              <a:t>: Paragraph tag (can be used for descriptions, if needed).</a:t>
            </a:r>
          </a:p>
          <a:p>
            <a:pPr>
              <a:buFont typeface="Wingdings" pitchFamily="2" charset="2"/>
              <a:buChar char="ü"/>
            </a:pPr>
            <a:endParaRPr lang="en-US" sz="1600" dirty="0">
              <a:latin typeface="Bodoni MT" pitchFamily="18" charset="0"/>
            </a:endParaRPr>
          </a:p>
        </p:txBody>
      </p:sp>
    </p:spTree>
    <p:extLst>
      <p:ext uri="{BB962C8B-B14F-4D97-AF65-F5344CB8AC3E}">
        <p14:creationId xmlns:p14="http://schemas.microsoft.com/office/powerpoint/2010/main" val="2776969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476672"/>
            <a:ext cx="8229600" cy="5649491"/>
          </a:xfrm>
        </p:spPr>
        <p:txBody>
          <a:bodyPr>
            <a:normAutofit fontScale="55000" lnSpcReduction="20000"/>
          </a:bodyPr>
          <a:lstStyle/>
          <a:p>
            <a:pPr marL="0" indent="0">
              <a:buNone/>
            </a:pPr>
            <a:r>
              <a:rPr lang="en-US" sz="7000" dirty="0" smtClean="0">
                <a:latin typeface="Algerian" pitchFamily="82" charset="0"/>
              </a:rPr>
              <a:t>            </a:t>
            </a:r>
            <a:r>
              <a:rPr lang="en-US" sz="5100" b="1" i="1" dirty="0" err="1" smtClean="0">
                <a:latin typeface="Algerian" pitchFamily="82" charset="0"/>
              </a:rPr>
              <a:t>restaruant</a:t>
            </a:r>
            <a:r>
              <a:rPr lang="en-US" sz="5100" b="1" i="1" dirty="0" smtClean="0">
                <a:latin typeface="Algerian" pitchFamily="82" charset="0"/>
              </a:rPr>
              <a:t> menu card</a:t>
            </a:r>
          </a:p>
          <a:p>
            <a:pPr marL="0" indent="0">
              <a:buNone/>
            </a:pPr>
            <a:r>
              <a:rPr lang="en-IN" sz="2800" dirty="0">
                <a:latin typeface="Bodoni MT" pitchFamily="18" charset="0"/>
              </a:rPr>
              <a:t>&lt;!DOCTYPE html&gt;&lt;html&gt;</a:t>
            </a:r>
          </a:p>
          <a:p>
            <a:pPr marL="0" indent="0">
              <a:buNone/>
            </a:pPr>
            <a:r>
              <a:rPr lang="en-IN" sz="2800" dirty="0">
                <a:latin typeface="Bodoni MT" pitchFamily="18" charset="0"/>
              </a:rPr>
              <a:t>&lt;head&gt;</a:t>
            </a:r>
          </a:p>
          <a:p>
            <a:pPr marL="0" indent="0">
              <a:buNone/>
            </a:pPr>
            <a:r>
              <a:rPr lang="en-IN" sz="2800" dirty="0">
                <a:latin typeface="Bodoni MT" pitchFamily="18" charset="0"/>
              </a:rPr>
              <a:t>&lt;body </a:t>
            </a:r>
            <a:r>
              <a:rPr lang="en-IN" sz="2800" dirty="0" err="1">
                <a:latin typeface="Bodoni MT" pitchFamily="18" charset="0"/>
              </a:rPr>
              <a:t>bgcolor</a:t>
            </a:r>
            <a:r>
              <a:rPr lang="en-IN" sz="2800" dirty="0">
                <a:latin typeface="Bodoni MT" pitchFamily="18" charset="0"/>
              </a:rPr>
              <a:t>="pink"&gt;&lt;/body&gt;</a:t>
            </a:r>
          </a:p>
          <a:p>
            <a:pPr marL="0" indent="0">
              <a:buNone/>
            </a:pPr>
            <a:r>
              <a:rPr lang="en-IN" sz="2800" dirty="0">
                <a:latin typeface="Bodoni MT" pitchFamily="18" charset="0"/>
              </a:rPr>
              <a:t>&lt;title&gt;Restaurant Menu&lt;/title&gt;</a:t>
            </a:r>
          </a:p>
          <a:p>
            <a:pPr marL="0" indent="0">
              <a:buNone/>
            </a:pPr>
            <a:r>
              <a:rPr lang="en-IN" sz="2800" dirty="0">
                <a:latin typeface="Bodoni MT" pitchFamily="18" charset="0"/>
              </a:rPr>
              <a:t>&lt;style&gt;</a:t>
            </a:r>
          </a:p>
          <a:p>
            <a:pPr marL="0" indent="0">
              <a:buNone/>
            </a:pPr>
            <a:r>
              <a:rPr lang="en-IN" sz="2800" dirty="0">
                <a:latin typeface="Bodoni MT" pitchFamily="18" charset="0"/>
              </a:rPr>
              <a:t>  div { max-width: 550px; margin: 20px auto; }</a:t>
            </a:r>
          </a:p>
          <a:p>
            <a:pPr marL="0" indent="0">
              <a:buNone/>
            </a:pPr>
            <a:r>
              <a:rPr lang="en-IN" sz="2800" dirty="0">
                <a:latin typeface="Bodoni MT" pitchFamily="18" charset="0"/>
              </a:rPr>
              <a:t>  h1 { text-align: </a:t>
            </a:r>
            <a:r>
              <a:rPr lang="en-IN" sz="2800" dirty="0" err="1">
                <a:latin typeface="Bodoni MT" pitchFamily="18" charset="0"/>
              </a:rPr>
              <a:t>center</a:t>
            </a:r>
            <a:r>
              <a:rPr lang="en-IN" sz="2800" dirty="0">
                <a:latin typeface="Bodoni MT" pitchFamily="18" charset="0"/>
              </a:rPr>
              <a:t>; }</a:t>
            </a:r>
          </a:p>
          <a:p>
            <a:pPr marL="0" indent="0">
              <a:buNone/>
            </a:pPr>
            <a:r>
              <a:rPr lang="en-IN" sz="2800" dirty="0">
                <a:latin typeface="Bodoni MT" pitchFamily="18" charset="0"/>
              </a:rPr>
              <a:t>  h2 { </a:t>
            </a:r>
            <a:r>
              <a:rPr lang="en-IN" sz="2800" dirty="0" err="1">
                <a:latin typeface="Bodoni MT" pitchFamily="18" charset="0"/>
              </a:rPr>
              <a:t>color</a:t>
            </a:r>
            <a:r>
              <a:rPr lang="en-IN" sz="2800" dirty="0">
                <a:latin typeface="Bodoni MT" pitchFamily="18" charset="0"/>
              </a:rPr>
              <a:t>: brown; border-bottom: 1px solid black; }</a:t>
            </a:r>
          </a:p>
          <a:p>
            <a:pPr marL="0" indent="0">
              <a:buNone/>
            </a:pPr>
            <a:r>
              <a:rPr lang="en-IN" sz="2800" dirty="0">
                <a:latin typeface="Bodoni MT" pitchFamily="18" charset="0"/>
              </a:rPr>
              <a:t>  </a:t>
            </a:r>
            <a:r>
              <a:rPr lang="en-IN" sz="2800" dirty="0" err="1">
                <a:latin typeface="Bodoni MT" pitchFamily="18" charset="0"/>
              </a:rPr>
              <a:t>ul</a:t>
            </a:r>
            <a:r>
              <a:rPr lang="en-IN" sz="2800" dirty="0">
                <a:latin typeface="Bodoni MT" pitchFamily="18" charset="0"/>
              </a:rPr>
              <a:t> { list-style-type: none; padding-left: 0; }</a:t>
            </a:r>
          </a:p>
          <a:p>
            <a:pPr marL="0" indent="0">
              <a:buNone/>
            </a:pPr>
            <a:r>
              <a:rPr lang="en-IN" sz="2800" dirty="0">
                <a:latin typeface="Bodoni MT" pitchFamily="18" charset="0"/>
              </a:rPr>
              <a:t>  li { padding: 5px 0; }</a:t>
            </a:r>
          </a:p>
          <a:p>
            <a:pPr marL="0" indent="0">
              <a:buNone/>
            </a:pPr>
            <a:r>
              <a:rPr lang="en-IN" sz="2800" dirty="0">
                <a:latin typeface="Bodoni MT" pitchFamily="18" charset="0"/>
              </a:rPr>
              <a:t>  .rate { float: right; </a:t>
            </a:r>
            <a:r>
              <a:rPr lang="en-IN" sz="2800" dirty="0" err="1">
                <a:latin typeface="Bodoni MT" pitchFamily="18" charset="0"/>
              </a:rPr>
              <a:t>color</a:t>
            </a:r>
            <a:r>
              <a:rPr lang="en-IN" sz="2800" dirty="0">
                <a:latin typeface="Bodoni MT" pitchFamily="18" charset="0"/>
              </a:rPr>
              <a:t>: red; }</a:t>
            </a:r>
          </a:p>
          <a:p>
            <a:pPr marL="0" indent="0">
              <a:buNone/>
            </a:pPr>
            <a:r>
              <a:rPr lang="en-IN" sz="2800" dirty="0">
                <a:latin typeface="Bodoni MT" pitchFamily="18" charset="0"/>
              </a:rPr>
              <a:t>&lt;/style&gt;</a:t>
            </a:r>
          </a:p>
          <a:p>
            <a:pPr marL="0" indent="0">
              <a:buNone/>
            </a:pPr>
            <a:r>
              <a:rPr lang="en-IN" sz="2800" dirty="0">
                <a:latin typeface="Bodoni MT" pitchFamily="18" charset="0"/>
              </a:rPr>
              <a:t>&lt;/head&gt;</a:t>
            </a:r>
          </a:p>
          <a:p>
            <a:pPr marL="0" indent="0">
              <a:buNone/>
            </a:pPr>
            <a:r>
              <a:rPr lang="en-IN" sz="2800" dirty="0">
                <a:latin typeface="Bodoni MT" pitchFamily="18" charset="0"/>
              </a:rPr>
              <a:t>&lt;body&gt;</a:t>
            </a:r>
          </a:p>
          <a:p>
            <a:pPr marL="0" indent="0">
              <a:buNone/>
            </a:pPr>
            <a:r>
              <a:rPr lang="en-IN" sz="2800" dirty="0">
                <a:latin typeface="Bodoni MT" pitchFamily="18" charset="0"/>
              </a:rPr>
              <a:t>&lt;div&gt;</a:t>
            </a:r>
          </a:p>
          <a:p>
            <a:pPr marL="0" indent="0">
              <a:buNone/>
            </a:pPr>
            <a:r>
              <a:rPr lang="en-IN" sz="2800" dirty="0">
                <a:latin typeface="Bodoni MT" pitchFamily="18" charset="0"/>
              </a:rPr>
              <a:t>  &lt;h1&gt;MAHALAKSHMI RESTAURANT MENU CARD&lt;/h1&gt;</a:t>
            </a:r>
          </a:p>
          <a:p>
            <a:pPr marL="0" indent="0">
              <a:buNone/>
            </a:pPr>
            <a:r>
              <a:rPr lang="en-IN" sz="2800" dirty="0">
                <a:latin typeface="Bodoni MT" pitchFamily="18" charset="0"/>
              </a:rPr>
              <a:t/>
            </a:r>
            <a:br>
              <a:rPr lang="en-IN" sz="2800" dirty="0">
                <a:latin typeface="Bodoni MT" pitchFamily="18" charset="0"/>
              </a:rPr>
            </a:br>
            <a:endParaRPr lang="en-IN" sz="2800" dirty="0">
              <a:latin typeface="Bodoni MT" pitchFamily="18" charset="0"/>
            </a:endParaRPr>
          </a:p>
          <a:p>
            <a:pPr marL="0" indent="0">
              <a:buNone/>
            </a:pPr>
            <a:r>
              <a:rPr lang="en-IN" sz="2800" dirty="0">
                <a:latin typeface="Bodoni MT" pitchFamily="18" charset="0"/>
              </a:rPr>
              <a:t>  &lt;h2&gt;Tea&lt;/h2&gt;</a:t>
            </a:r>
          </a:p>
          <a:p>
            <a:pPr marL="0" indent="0">
              <a:buNone/>
            </a:pPr>
            <a:r>
              <a:rPr lang="en-IN" sz="2800" dirty="0">
                <a:latin typeface="Bodoni MT" pitchFamily="18" charset="0"/>
              </a:rPr>
              <a:t>  &lt;</a:t>
            </a:r>
            <a:r>
              <a:rPr lang="en-IN" sz="2800" dirty="0" err="1">
                <a:latin typeface="Bodoni MT" pitchFamily="18" charset="0"/>
              </a:rPr>
              <a:t>ul</a:t>
            </a:r>
            <a:r>
              <a:rPr lang="en-IN" sz="2800" dirty="0">
                <a:latin typeface="Bodoni MT" pitchFamily="18" charset="0"/>
              </a:rPr>
              <a:t>&gt;</a:t>
            </a:r>
          </a:p>
          <a:p>
            <a:pPr marL="0" indent="0">
              <a:buNone/>
            </a:pPr>
            <a:r>
              <a:rPr lang="en-IN" sz="2800" dirty="0">
                <a:latin typeface="Bodoni MT" pitchFamily="18" charset="0"/>
              </a:rPr>
              <a:t>    &lt;li&gt;Normal Tea &lt;span class="rate"&gt;</a:t>
            </a:r>
            <a:r>
              <a:rPr lang="en-IN" sz="2800" dirty="0" err="1">
                <a:latin typeface="Bodoni MT" pitchFamily="18" charset="0"/>
              </a:rPr>
              <a:t>Rs</a:t>
            </a:r>
            <a:r>
              <a:rPr lang="en-IN" sz="2800" dirty="0">
                <a:latin typeface="Bodoni MT" pitchFamily="18" charset="0"/>
              </a:rPr>
              <a:t> 30&lt;/span&gt;&lt;/li&gt;</a:t>
            </a:r>
          </a:p>
          <a:p>
            <a:pPr marL="0" indent="0">
              <a:buNone/>
            </a:pPr>
            <a:r>
              <a:rPr lang="en-IN" sz="2800" dirty="0">
                <a:latin typeface="Bodoni MT" pitchFamily="18" charset="0"/>
              </a:rPr>
              <a:t>    &lt;li&gt;Masala Tea &lt;span class="rate"&gt;</a:t>
            </a:r>
            <a:r>
              <a:rPr lang="en-IN" sz="2800" dirty="0" err="1">
                <a:latin typeface="Bodoni MT" pitchFamily="18" charset="0"/>
              </a:rPr>
              <a:t>Rs</a:t>
            </a:r>
            <a:r>
              <a:rPr lang="en-IN" sz="2800" dirty="0">
                <a:latin typeface="Bodoni MT" pitchFamily="18" charset="0"/>
              </a:rPr>
              <a:t> 50&lt;/span&gt;&lt;/li</a:t>
            </a:r>
            <a:r>
              <a:rPr lang="en-IN" sz="2800" dirty="0" smtClean="0">
                <a:latin typeface="Bodoni MT" pitchFamily="18" charset="0"/>
              </a:rPr>
              <a:t>&gt;</a:t>
            </a:r>
            <a:endParaRPr lang="en-IN" sz="2800" dirty="0">
              <a:latin typeface="Bodoni MT" pitchFamily="18" charset="0"/>
            </a:endParaRPr>
          </a:p>
        </p:txBody>
      </p:sp>
    </p:spTree>
    <p:extLst>
      <p:ext uri="{BB962C8B-B14F-4D97-AF65-F5344CB8AC3E}">
        <p14:creationId xmlns:p14="http://schemas.microsoft.com/office/powerpoint/2010/main" val="3860553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8229600" cy="5649491"/>
          </a:xfrm>
        </p:spPr>
        <p:txBody>
          <a:bodyPr>
            <a:normAutofit fontScale="55000" lnSpcReduction="20000"/>
          </a:bodyPr>
          <a:lstStyle/>
          <a:p>
            <a:pPr marL="0" indent="0">
              <a:buNone/>
            </a:pPr>
            <a:r>
              <a:rPr lang="en-IN" sz="2800" dirty="0"/>
              <a:t>  </a:t>
            </a:r>
            <a:r>
              <a:rPr lang="en-IN" sz="2800" dirty="0">
                <a:latin typeface="Bodoni MT" pitchFamily="18" charset="0"/>
              </a:rPr>
              <a:t>  &lt;li&gt;Special Tea &lt;span class="rate"&gt;</a:t>
            </a:r>
            <a:r>
              <a:rPr lang="en-IN" sz="2800" dirty="0" err="1">
                <a:latin typeface="Bodoni MT" pitchFamily="18" charset="0"/>
              </a:rPr>
              <a:t>Rs</a:t>
            </a:r>
            <a:r>
              <a:rPr lang="en-IN" sz="2800" dirty="0">
                <a:latin typeface="Bodoni MT" pitchFamily="18" charset="0"/>
              </a:rPr>
              <a:t> 70&lt;/span&gt;&lt;/li&gt;</a:t>
            </a:r>
          </a:p>
          <a:p>
            <a:pPr marL="0" indent="0">
              <a:buNone/>
            </a:pPr>
            <a:r>
              <a:rPr lang="en-IN" sz="2800" dirty="0">
                <a:latin typeface="Bodoni MT" pitchFamily="18" charset="0"/>
              </a:rPr>
              <a:t>  &lt;/</a:t>
            </a:r>
            <a:r>
              <a:rPr lang="en-IN" sz="2800" dirty="0" err="1">
                <a:latin typeface="Bodoni MT" pitchFamily="18" charset="0"/>
              </a:rPr>
              <a:t>ul</a:t>
            </a:r>
            <a:r>
              <a:rPr lang="en-IN" sz="2800" dirty="0">
                <a:latin typeface="Bodoni MT" pitchFamily="18" charset="0"/>
              </a:rPr>
              <a:t>&gt;</a:t>
            </a:r>
          </a:p>
          <a:p>
            <a:pPr marL="0" indent="0">
              <a:buNone/>
            </a:pPr>
            <a:r>
              <a:rPr lang="en-IN" sz="2800" dirty="0">
                <a:latin typeface="Bodoni MT" pitchFamily="18" charset="0"/>
              </a:rPr>
              <a:t/>
            </a:r>
            <a:br>
              <a:rPr lang="en-IN" sz="2800" dirty="0">
                <a:latin typeface="Bodoni MT" pitchFamily="18" charset="0"/>
              </a:rPr>
            </a:br>
            <a:endParaRPr lang="en-IN" sz="2800" dirty="0">
              <a:latin typeface="Bodoni MT" pitchFamily="18" charset="0"/>
            </a:endParaRPr>
          </a:p>
          <a:p>
            <a:pPr marL="0" indent="0">
              <a:buNone/>
            </a:pPr>
            <a:r>
              <a:rPr lang="en-IN" sz="2800" dirty="0">
                <a:latin typeface="Bodoni MT" pitchFamily="18" charset="0"/>
              </a:rPr>
              <a:t>  &lt;h2&gt;</a:t>
            </a:r>
            <a:r>
              <a:rPr lang="en-IN" sz="2800" dirty="0" err="1">
                <a:latin typeface="Bodoni MT" pitchFamily="18" charset="0"/>
              </a:rPr>
              <a:t>Briyani</a:t>
            </a:r>
            <a:r>
              <a:rPr lang="en-IN" sz="2800" dirty="0">
                <a:latin typeface="Bodoni MT" pitchFamily="18" charset="0"/>
              </a:rPr>
              <a:t>&lt;/h2&gt;</a:t>
            </a:r>
          </a:p>
          <a:p>
            <a:pPr marL="0" indent="0">
              <a:buNone/>
            </a:pPr>
            <a:r>
              <a:rPr lang="en-IN" sz="2800" dirty="0">
                <a:latin typeface="Bodoni MT" pitchFamily="18" charset="0"/>
              </a:rPr>
              <a:t>  &lt;</a:t>
            </a:r>
            <a:r>
              <a:rPr lang="en-IN" sz="2800" dirty="0" err="1">
                <a:latin typeface="Bodoni MT" pitchFamily="18" charset="0"/>
              </a:rPr>
              <a:t>ul</a:t>
            </a:r>
            <a:r>
              <a:rPr lang="en-IN" sz="2800" dirty="0">
                <a:latin typeface="Bodoni MT" pitchFamily="18" charset="0"/>
              </a:rPr>
              <a:t>&gt;</a:t>
            </a:r>
          </a:p>
          <a:p>
            <a:pPr marL="0" indent="0">
              <a:buNone/>
            </a:pPr>
            <a:r>
              <a:rPr lang="en-IN" sz="2800" dirty="0">
                <a:latin typeface="Bodoni MT" pitchFamily="18" charset="0"/>
              </a:rPr>
              <a:t>    &lt;li&gt;chicken </a:t>
            </a:r>
            <a:r>
              <a:rPr lang="en-IN" sz="2800" dirty="0" err="1">
                <a:latin typeface="Bodoni MT" pitchFamily="18" charset="0"/>
              </a:rPr>
              <a:t>briyani</a:t>
            </a:r>
            <a:r>
              <a:rPr lang="en-IN" sz="2800" dirty="0">
                <a:latin typeface="Bodoni MT" pitchFamily="18" charset="0"/>
              </a:rPr>
              <a:t> &lt;span class="rate"&gt;</a:t>
            </a:r>
            <a:r>
              <a:rPr lang="en-IN" sz="2800" dirty="0" err="1">
                <a:latin typeface="Bodoni MT" pitchFamily="18" charset="0"/>
              </a:rPr>
              <a:t>Rs</a:t>
            </a:r>
            <a:r>
              <a:rPr lang="en-IN" sz="2800" dirty="0">
                <a:latin typeface="Bodoni MT" pitchFamily="18" charset="0"/>
              </a:rPr>
              <a:t> 169&lt;/span&gt;&lt;/li&gt;</a:t>
            </a:r>
          </a:p>
          <a:p>
            <a:pPr marL="0" indent="0">
              <a:buNone/>
            </a:pPr>
            <a:r>
              <a:rPr lang="en-IN" sz="2800" dirty="0">
                <a:latin typeface="Bodoni MT" pitchFamily="18" charset="0"/>
              </a:rPr>
              <a:t>    &lt;li&gt;mutton </a:t>
            </a:r>
            <a:r>
              <a:rPr lang="en-IN" sz="2800" dirty="0" err="1">
                <a:latin typeface="Bodoni MT" pitchFamily="18" charset="0"/>
              </a:rPr>
              <a:t>briyani</a:t>
            </a:r>
            <a:r>
              <a:rPr lang="en-IN" sz="2800" dirty="0">
                <a:latin typeface="Bodoni MT" pitchFamily="18" charset="0"/>
              </a:rPr>
              <a:t> &lt;span class="rate"&gt;</a:t>
            </a:r>
            <a:r>
              <a:rPr lang="en-IN" sz="2800" dirty="0" err="1">
                <a:latin typeface="Bodoni MT" pitchFamily="18" charset="0"/>
              </a:rPr>
              <a:t>Rs</a:t>
            </a:r>
            <a:r>
              <a:rPr lang="en-IN" sz="2800" dirty="0">
                <a:latin typeface="Bodoni MT" pitchFamily="18" charset="0"/>
              </a:rPr>
              <a:t> 200&lt;/span&gt;&lt;/li&gt;</a:t>
            </a:r>
          </a:p>
          <a:p>
            <a:pPr marL="0" indent="0">
              <a:buNone/>
            </a:pPr>
            <a:r>
              <a:rPr lang="en-IN" sz="2800" dirty="0">
                <a:latin typeface="Bodoni MT" pitchFamily="18" charset="0"/>
              </a:rPr>
              <a:t>    &lt;li&gt;supreme chicken </a:t>
            </a:r>
            <a:r>
              <a:rPr lang="en-IN" sz="2800" dirty="0" err="1">
                <a:latin typeface="Bodoni MT" pitchFamily="18" charset="0"/>
              </a:rPr>
              <a:t>briyani</a:t>
            </a:r>
            <a:r>
              <a:rPr lang="en-IN" sz="2800" dirty="0">
                <a:latin typeface="Bodoni MT" pitchFamily="18" charset="0"/>
              </a:rPr>
              <a:t> &lt;span class="rate"&gt;</a:t>
            </a:r>
            <a:r>
              <a:rPr lang="en-IN" sz="2800" dirty="0" err="1">
                <a:latin typeface="Bodoni MT" pitchFamily="18" charset="0"/>
              </a:rPr>
              <a:t>Rs</a:t>
            </a:r>
            <a:r>
              <a:rPr lang="en-IN" sz="2800" dirty="0">
                <a:latin typeface="Bodoni MT" pitchFamily="18" charset="0"/>
              </a:rPr>
              <a:t> 520&lt;/span&gt;&lt;/li&gt;</a:t>
            </a:r>
          </a:p>
          <a:p>
            <a:pPr marL="0" indent="0">
              <a:buNone/>
            </a:pPr>
            <a:r>
              <a:rPr lang="en-IN" sz="2800" dirty="0">
                <a:latin typeface="Bodoni MT" pitchFamily="18" charset="0"/>
              </a:rPr>
              <a:t>    &lt;li&gt;mutton family pack &lt;span class="rate"&gt;</a:t>
            </a:r>
            <a:r>
              <a:rPr lang="en-IN" sz="2800" dirty="0" err="1">
                <a:latin typeface="Bodoni MT" pitchFamily="18" charset="0"/>
              </a:rPr>
              <a:t>Rs</a:t>
            </a:r>
            <a:r>
              <a:rPr lang="en-IN" sz="2800" dirty="0">
                <a:latin typeface="Bodoni MT" pitchFamily="18" charset="0"/>
              </a:rPr>
              <a:t> 599&lt;/span&gt;&lt;/li&gt;</a:t>
            </a:r>
          </a:p>
          <a:p>
            <a:pPr marL="0" indent="0">
              <a:buNone/>
            </a:pPr>
            <a:r>
              <a:rPr lang="en-IN" sz="2800" dirty="0">
                <a:latin typeface="Bodoni MT" pitchFamily="18" charset="0"/>
              </a:rPr>
              <a:t>  &lt;/</a:t>
            </a:r>
            <a:r>
              <a:rPr lang="en-IN" sz="2800" dirty="0" err="1">
                <a:latin typeface="Bodoni MT" pitchFamily="18" charset="0"/>
              </a:rPr>
              <a:t>ul</a:t>
            </a:r>
            <a:r>
              <a:rPr lang="en-IN" sz="2800" dirty="0">
                <a:latin typeface="Bodoni MT" pitchFamily="18" charset="0"/>
              </a:rPr>
              <a:t>&gt;</a:t>
            </a:r>
          </a:p>
          <a:p>
            <a:pPr marL="0" indent="0">
              <a:buNone/>
            </a:pPr>
            <a:r>
              <a:rPr lang="en-IN" sz="2800" dirty="0">
                <a:latin typeface="Bodoni MT" pitchFamily="18" charset="0"/>
              </a:rPr>
              <a:t/>
            </a:r>
            <a:br>
              <a:rPr lang="en-IN" sz="2800" dirty="0">
                <a:latin typeface="Bodoni MT" pitchFamily="18" charset="0"/>
              </a:rPr>
            </a:br>
            <a:endParaRPr lang="en-IN" sz="2800" dirty="0">
              <a:latin typeface="Bodoni MT" pitchFamily="18" charset="0"/>
            </a:endParaRPr>
          </a:p>
          <a:p>
            <a:pPr marL="0" indent="0">
              <a:buNone/>
            </a:pPr>
            <a:r>
              <a:rPr lang="en-IN" sz="2800" dirty="0">
                <a:latin typeface="Bodoni MT" pitchFamily="18" charset="0"/>
              </a:rPr>
              <a:t>  &lt;h2&gt;Veg starters&lt;/h2&gt;</a:t>
            </a:r>
          </a:p>
          <a:p>
            <a:pPr marL="0" indent="0">
              <a:buNone/>
            </a:pPr>
            <a:r>
              <a:rPr lang="en-IN" sz="2800" dirty="0">
                <a:latin typeface="Bodoni MT" pitchFamily="18" charset="0"/>
              </a:rPr>
              <a:t>  &lt;</a:t>
            </a:r>
            <a:r>
              <a:rPr lang="en-IN" sz="2800" dirty="0" err="1">
                <a:latin typeface="Bodoni MT" pitchFamily="18" charset="0"/>
              </a:rPr>
              <a:t>ul</a:t>
            </a:r>
            <a:r>
              <a:rPr lang="en-IN" sz="2800" dirty="0">
                <a:latin typeface="Bodoni MT" pitchFamily="18" charset="0"/>
              </a:rPr>
              <a:t>&gt;</a:t>
            </a:r>
          </a:p>
          <a:p>
            <a:pPr marL="0" indent="0">
              <a:buNone/>
            </a:pPr>
            <a:r>
              <a:rPr lang="en-IN" sz="2800" dirty="0">
                <a:latin typeface="Bodoni MT" pitchFamily="18" charset="0"/>
              </a:rPr>
              <a:t>    &lt;li&gt;</a:t>
            </a:r>
            <a:r>
              <a:rPr lang="en-IN" sz="2800" dirty="0" err="1">
                <a:latin typeface="Bodoni MT" pitchFamily="18" charset="0"/>
              </a:rPr>
              <a:t>paneer</a:t>
            </a:r>
            <a:r>
              <a:rPr lang="en-IN" sz="2800" dirty="0">
                <a:latin typeface="Bodoni MT" pitchFamily="18" charset="0"/>
              </a:rPr>
              <a:t> </a:t>
            </a:r>
            <a:r>
              <a:rPr lang="en-IN" sz="2800" dirty="0" err="1">
                <a:latin typeface="Bodoni MT" pitchFamily="18" charset="0"/>
              </a:rPr>
              <a:t>tikka</a:t>
            </a:r>
            <a:r>
              <a:rPr lang="en-IN" sz="2800" dirty="0">
                <a:latin typeface="Bodoni MT" pitchFamily="18" charset="0"/>
              </a:rPr>
              <a:t> &lt;span class="rate"&gt;</a:t>
            </a:r>
            <a:r>
              <a:rPr lang="en-IN" sz="2800" dirty="0" err="1">
                <a:latin typeface="Bodoni MT" pitchFamily="18" charset="0"/>
              </a:rPr>
              <a:t>Rs</a:t>
            </a:r>
            <a:r>
              <a:rPr lang="en-IN" sz="2800" dirty="0">
                <a:latin typeface="Bodoni MT" pitchFamily="18" charset="0"/>
              </a:rPr>
              <a:t> 119&lt;/span&gt;&lt;/li&gt;</a:t>
            </a:r>
          </a:p>
          <a:p>
            <a:pPr marL="0" indent="0">
              <a:buNone/>
            </a:pPr>
            <a:r>
              <a:rPr lang="en-IN" sz="2800" dirty="0">
                <a:latin typeface="Bodoni MT" pitchFamily="18" charset="0"/>
              </a:rPr>
              <a:t>    &lt;li&gt;veg </a:t>
            </a:r>
            <a:r>
              <a:rPr lang="en-IN" sz="2800" dirty="0" err="1">
                <a:latin typeface="Bodoni MT" pitchFamily="18" charset="0"/>
              </a:rPr>
              <a:t>manchurian</a:t>
            </a:r>
            <a:r>
              <a:rPr lang="en-IN" sz="2800" dirty="0">
                <a:latin typeface="Bodoni MT" pitchFamily="18" charset="0"/>
              </a:rPr>
              <a:t> &lt;span class="rate"&gt;</a:t>
            </a:r>
            <a:r>
              <a:rPr lang="en-IN" sz="2800" dirty="0" err="1">
                <a:latin typeface="Bodoni MT" pitchFamily="18" charset="0"/>
              </a:rPr>
              <a:t>Rs</a:t>
            </a:r>
            <a:r>
              <a:rPr lang="en-IN" sz="2800" dirty="0">
                <a:latin typeface="Bodoni MT" pitchFamily="18" charset="0"/>
              </a:rPr>
              <a:t> 160&lt;/span&gt;&lt;/li&gt;</a:t>
            </a:r>
          </a:p>
          <a:p>
            <a:pPr marL="0" indent="0">
              <a:buNone/>
            </a:pPr>
            <a:r>
              <a:rPr lang="en-IN" sz="2800" dirty="0">
                <a:latin typeface="Bodoni MT" pitchFamily="18" charset="0"/>
              </a:rPr>
              <a:t>    &lt;li&gt;mushroom chilli &lt;span class="rate"&gt;</a:t>
            </a:r>
            <a:r>
              <a:rPr lang="en-IN" sz="2800" dirty="0" err="1">
                <a:latin typeface="Bodoni MT" pitchFamily="18" charset="0"/>
              </a:rPr>
              <a:t>Rs</a:t>
            </a:r>
            <a:r>
              <a:rPr lang="en-IN" sz="2800" dirty="0">
                <a:latin typeface="Bodoni MT" pitchFamily="18" charset="0"/>
              </a:rPr>
              <a:t> 85&lt;/span&gt;&lt;/li&gt;</a:t>
            </a:r>
          </a:p>
          <a:p>
            <a:pPr marL="0" indent="0">
              <a:buNone/>
            </a:pPr>
            <a:r>
              <a:rPr lang="en-IN" sz="2800" dirty="0">
                <a:latin typeface="Bodoni MT" pitchFamily="18" charset="0"/>
              </a:rPr>
              <a:t>    &lt;li&gt;</a:t>
            </a:r>
            <a:r>
              <a:rPr lang="en-IN" sz="2800" dirty="0" err="1">
                <a:latin typeface="Bodoni MT" pitchFamily="18" charset="0"/>
              </a:rPr>
              <a:t>french</a:t>
            </a:r>
            <a:r>
              <a:rPr lang="en-IN" sz="2800" dirty="0">
                <a:latin typeface="Bodoni MT" pitchFamily="18" charset="0"/>
              </a:rPr>
              <a:t> fries &lt;span class="rate"&gt;</a:t>
            </a:r>
            <a:r>
              <a:rPr lang="en-IN" sz="2800" dirty="0" err="1">
                <a:latin typeface="Bodoni MT" pitchFamily="18" charset="0"/>
              </a:rPr>
              <a:t>Rs</a:t>
            </a:r>
            <a:r>
              <a:rPr lang="en-IN" sz="2800" dirty="0">
                <a:latin typeface="Bodoni MT" pitchFamily="18" charset="0"/>
              </a:rPr>
              <a:t> 110&lt;/span&gt;&lt;/li&gt;</a:t>
            </a:r>
          </a:p>
          <a:p>
            <a:pPr marL="0" indent="0">
              <a:buNone/>
            </a:pPr>
            <a:r>
              <a:rPr lang="en-IN" sz="2800" dirty="0">
                <a:latin typeface="Bodoni MT" pitchFamily="18" charset="0"/>
              </a:rPr>
              <a:t>  &lt;/</a:t>
            </a:r>
            <a:r>
              <a:rPr lang="en-IN" sz="2800" dirty="0" err="1">
                <a:latin typeface="Bodoni MT" pitchFamily="18" charset="0"/>
              </a:rPr>
              <a:t>ul</a:t>
            </a:r>
            <a:r>
              <a:rPr lang="en-IN" sz="2800" dirty="0">
                <a:latin typeface="Bodoni MT" pitchFamily="18" charset="0"/>
              </a:rPr>
              <a:t>&gt;</a:t>
            </a:r>
          </a:p>
          <a:p>
            <a:pPr marL="0" indent="0">
              <a:buNone/>
            </a:pPr>
            <a:r>
              <a:rPr lang="en-IN" sz="2800" dirty="0">
                <a:latin typeface="Bodoni MT" pitchFamily="18" charset="0"/>
              </a:rPr>
              <a:t>&lt;/div&gt;</a:t>
            </a:r>
          </a:p>
          <a:p>
            <a:pPr marL="0" indent="0">
              <a:buNone/>
            </a:pPr>
            <a:r>
              <a:rPr lang="en-IN" sz="2800" dirty="0">
                <a:latin typeface="Bodoni MT" pitchFamily="18" charset="0"/>
              </a:rPr>
              <a:t>&lt;/body&gt;</a:t>
            </a:r>
          </a:p>
          <a:p>
            <a:pPr marL="0" indent="0">
              <a:buNone/>
            </a:pPr>
            <a:r>
              <a:rPr lang="en-IN" sz="2800" dirty="0">
                <a:latin typeface="Bodoni MT" pitchFamily="18" charset="0"/>
              </a:rPr>
              <a:t>&lt;/html&gt;</a:t>
            </a:r>
          </a:p>
          <a:p>
            <a:pPr marL="0" indent="0">
              <a:buNone/>
            </a:pPr>
            <a:endParaRPr lang="en-US" sz="2800" dirty="0">
              <a:latin typeface="Algerian" pitchFamily="82" charset="0"/>
            </a:endParaRPr>
          </a:p>
        </p:txBody>
      </p:sp>
    </p:spTree>
    <p:extLst>
      <p:ext uri="{BB962C8B-B14F-4D97-AF65-F5344CB8AC3E}">
        <p14:creationId xmlns:p14="http://schemas.microsoft.com/office/powerpoint/2010/main" val="3860553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404664"/>
            <a:ext cx="8229600" cy="5904656"/>
          </a:xfrm>
        </p:spPr>
        <p:txBody>
          <a:bodyPr>
            <a:normAutofit/>
          </a:bodyPr>
          <a:lstStyle/>
          <a:p>
            <a:pPr marL="0" indent="0">
              <a:buNone/>
            </a:pPr>
            <a:r>
              <a:rPr lang="en-US" b="1" i="1" dirty="0" smtClean="0">
                <a:latin typeface="Colonna MT" pitchFamily="82" charset="0"/>
              </a:rPr>
              <a:t>Output :</a:t>
            </a:r>
            <a:endParaRPr lang="en-IN" b="1" i="1" dirty="0">
              <a:latin typeface="Colonna MT" pitchFamily="82" charset="0"/>
            </a:endParaRPr>
          </a:p>
        </p:txBody>
      </p:sp>
      <p:sp>
        <p:nvSpPr>
          <p:cNvPr id="4" name="Rectangle 3"/>
          <p:cNvSpPr/>
          <p:nvPr/>
        </p:nvSpPr>
        <p:spPr>
          <a:xfrm>
            <a:off x="755576" y="1268760"/>
            <a:ext cx="7560840" cy="4524315"/>
          </a:xfrm>
          <a:prstGeom prst="rect">
            <a:avLst/>
          </a:prstGeom>
        </p:spPr>
        <p:txBody>
          <a:bodyPr wrap="square">
            <a:spAutoFit/>
          </a:bodyPr>
          <a:lstStyle/>
          <a:p>
            <a:r>
              <a:rPr lang="en-IN" b="1" i="1" u="sng" dirty="0">
                <a:effectLst>
                  <a:outerShdw blurRad="38100" dist="38100" dir="2700000" algn="tl">
                    <a:srgbClr val="000000">
                      <a:alpha val="43137"/>
                    </a:srgbClr>
                  </a:outerShdw>
                </a:effectLst>
                <a:latin typeface="Bodoni MT" pitchFamily="18" charset="0"/>
              </a:rPr>
              <a:t>MAHALAKSHMI RESTAURANT MENU </a:t>
            </a:r>
            <a:r>
              <a:rPr lang="en-IN" b="1" i="1" u="sng" dirty="0" smtClean="0">
                <a:effectLst>
                  <a:outerShdw blurRad="38100" dist="38100" dir="2700000" algn="tl">
                    <a:srgbClr val="000000">
                      <a:alpha val="43137"/>
                    </a:srgbClr>
                  </a:outerShdw>
                </a:effectLst>
                <a:latin typeface="Bodoni MT" pitchFamily="18" charset="0"/>
              </a:rPr>
              <a:t>CARD</a:t>
            </a:r>
          </a:p>
          <a:p>
            <a:endParaRPr lang="en-IN" b="1" i="1" dirty="0">
              <a:latin typeface="Bodoni MT" pitchFamily="18" charset="0"/>
            </a:endParaRPr>
          </a:p>
          <a:p>
            <a:r>
              <a:rPr lang="en-IN" b="1" dirty="0" smtClean="0">
                <a:latin typeface="Bodoni MT" pitchFamily="18" charset="0"/>
              </a:rPr>
              <a:t>Tea</a:t>
            </a:r>
            <a:endParaRPr lang="en-IN" b="1" dirty="0">
              <a:latin typeface="Bodoni MT" pitchFamily="18" charset="0"/>
            </a:endParaRPr>
          </a:p>
          <a:p>
            <a:r>
              <a:rPr lang="en-IN" dirty="0">
                <a:latin typeface="Bodoni MT" pitchFamily="18" charset="0"/>
              </a:rPr>
              <a:t>Normal </a:t>
            </a:r>
            <a:r>
              <a:rPr lang="en-IN" dirty="0" err="1">
                <a:latin typeface="Bodoni MT" pitchFamily="18" charset="0"/>
              </a:rPr>
              <a:t>TeaRs</a:t>
            </a:r>
            <a:r>
              <a:rPr lang="en-IN" dirty="0">
                <a:latin typeface="Bodoni MT" pitchFamily="18" charset="0"/>
              </a:rPr>
              <a:t> 30</a:t>
            </a:r>
          </a:p>
          <a:p>
            <a:r>
              <a:rPr lang="en-IN" dirty="0">
                <a:latin typeface="Bodoni MT" pitchFamily="18" charset="0"/>
              </a:rPr>
              <a:t>Masala </a:t>
            </a:r>
            <a:r>
              <a:rPr lang="en-IN" dirty="0" err="1">
                <a:latin typeface="Bodoni MT" pitchFamily="18" charset="0"/>
              </a:rPr>
              <a:t>TeaRs</a:t>
            </a:r>
            <a:r>
              <a:rPr lang="en-IN" dirty="0">
                <a:latin typeface="Bodoni MT" pitchFamily="18" charset="0"/>
              </a:rPr>
              <a:t> 50</a:t>
            </a:r>
          </a:p>
          <a:p>
            <a:r>
              <a:rPr lang="en-IN" dirty="0">
                <a:latin typeface="Bodoni MT" pitchFamily="18" charset="0"/>
              </a:rPr>
              <a:t>Special </a:t>
            </a:r>
            <a:r>
              <a:rPr lang="en-IN" dirty="0" err="1">
                <a:latin typeface="Bodoni MT" pitchFamily="18" charset="0"/>
              </a:rPr>
              <a:t>TeaRs</a:t>
            </a:r>
            <a:r>
              <a:rPr lang="en-IN" dirty="0">
                <a:latin typeface="Bodoni MT" pitchFamily="18" charset="0"/>
              </a:rPr>
              <a:t> 70</a:t>
            </a:r>
          </a:p>
          <a:p>
            <a:r>
              <a:rPr lang="en-IN" b="1" i="1" dirty="0" err="1"/>
              <a:t>Briyani</a:t>
            </a:r>
            <a:endParaRPr lang="en-IN" b="1" i="1" dirty="0"/>
          </a:p>
          <a:p>
            <a:r>
              <a:rPr lang="en-IN" dirty="0">
                <a:latin typeface="Bodoni MT" pitchFamily="18" charset="0"/>
              </a:rPr>
              <a:t>chicken </a:t>
            </a:r>
            <a:r>
              <a:rPr lang="en-IN" dirty="0" err="1">
                <a:latin typeface="Bodoni MT" pitchFamily="18" charset="0"/>
              </a:rPr>
              <a:t>briyaniRs</a:t>
            </a:r>
            <a:r>
              <a:rPr lang="en-IN" dirty="0">
                <a:latin typeface="Bodoni MT" pitchFamily="18" charset="0"/>
              </a:rPr>
              <a:t> 169</a:t>
            </a:r>
          </a:p>
          <a:p>
            <a:r>
              <a:rPr lang="en-IN" dirty="0">
                <a:latin typeface="Bodoni MT" pitchFamily="18" charset="0"/>
              </a:rPr>
              <a:t>mutton </a:t>
            </a:r>
            <a:r>
              <a:rPr lang="en-IN" dirty="0" err="1">
                <a:latin typeface="Bodoni MT" pitchFamily="18" charset="0"/>
              </a:rPr>
              <a:t>briyaniRs</a:t>
            </a:r>
            <a:r>
              <a:rPr lang="en-IN" dirty="0">
                <a:latin typeface="Bodoni MT" pitchFamily="18" charset="0"/>
              </a:rPr>
              <a:t> 200</a:t>
            </a:r>
          </a:p>
          <a:p>
            <a:r>
              <a:rPr lang="en-IN" dirty="0">
                <a:latin typeface="Bodoni MT" pitchFamily="18" charset="0"/>
              </a:rPr>
              <a:t>supreme chicken </a:t>
            </a:r>
            <a:r>
              <a:rPr lang="en-IN" dirty="0" err="1">
                <a:latin typeface="Bodoni MT" pitchFamily="18" charset="0"/>
              </a:rPr>
              <a:t>briyaniRs</a:t>
            </a:r>
            <a:r>
              <a:rPr lang="en-IN" dirty="0">
                <a:latin typeface="Bodoni MT" pitchFamily="18" charset="0"/>
              </a:rPr>
              <a:t> 520</a:t>
            </a:r>
          </a:p>
          <a:p>
            <a:r>
              <a:rPr lang="en-IN" dirty="0">
                <a:latin typeface="Bodoni MT" pitchFamily="18" charset="0"/>
              </a:rPr>
              <a:t>mutton family </a:t>
            </a:r>
            <a:r>
              <a:rPr lang="en-IN" dirty="0" err="1">
                <a:latin typeface="Bodoni MT" pitchFamily="18" charset="0"/>
              </a:rPr>
              <a:t>packRs</a:t>
            </a:r>
            <a:r>
              <a:rPr lang="en-IN" dirty="0">
                <a:latin typeface="Bodoni MT" pitchFamily="18" charset="0"/>
              </a:rPr>
              <a:t> 599</a:t>
            </a:r>
          </a:p>
          <a:p>
            <a:r>
              <a:rPr lang="en-IN" b="1" i="1" dirty="0"/>
              <a:t>Veg starters</a:t>
            </a:r>
          </a:p>
          <a:p>
            <a:r>
              <a:rPr lang="en-IN" dirty="0" err="1">
                <a:latin typeface="Bodoni MT" pitchFamily="18" charset="0"/>
              </a:rPr>
              <a:t>paneer</a:t>
            </a:r>
            <a:r>
              <a:rPr lang="en-IN" dirty="0">
                <a:latin typeface="Bodoni MT" pitchFamily="18" charset="0"/>
              </a:rPr>
              <a:t> </a:t>
            </a:r>
            <a:r>
              <a:rPr lang="en-IN" dirty="0" err="1">
                <a:latin typeface="Bodoni MT" pitchFamily="18" charset="0"/>
              </a:rPr>
              <a:t>tikkaRs</a:t>
            </a:r>
            <a:r>
              <a:rPr lang="en-IN" dirty="0">
                <a:latin typeface="Bodoni MT" pitchFamily="18" charset="0"/>
              </a:rPr>
              <a:t> 119</a:t>
            </a:r>
          </a:p>
          <a:p>
            <a:r>
              <a:rPr lang="en-IN" dirty="0">
                <a:latin typeface="Bodoni MT" pitchFamily="18" charset="0"/>
              </a:rPr>
              <a:t>veg </a:t>
            </a:r>
            <a:r>
              <a:rPr lang="en-IN" dirty="0" err="1">
                <a:latin typeface="Bodoni MT" pitchFamily="18" charset="0"/>
              </a:rPr>
              <a:t>manchurianRs</a:t>
            </a:r>
            <a:r>
              <a:rPr lang="en-IN" dirty="0">
                <a:latin typeface="Bodoni MT" pitchFamily="18" charset="0"/>
              </a:rPr>
              <a:t> 160</a:t>
            </a:r>
          </a:p>
          <a:p>
            <a:r>
              <a:rPr lang="en-IN" dirty="0">
                <a:latin typeface="Bodoni MT" pitchFamily="18" charset="0"/>
              </a:rPr>
              <a:t>mushroom </a:t>
            </a:r>
            <a:r>
              <a:rPr lang="en-IN" dirty="0" err="1">
                <a:latin typeface="Bodoni MT" pitchFamily="18" charset="0"/>
              </a:rPr>
              <a:t>chilliRs</a:t>
            </a:r>
            <a:r>
              <a:rPr lang="en-IN" dirty="0">
                <a:latin typeface="Bodoni MT" pitchFamily="18" charset="0"/>
              </a:rPr>
              <a:t> 85</a:t>
            </a:r>
          </a:p>
          <a:p>
            <a:r>
              <a:rPr lang="en-IN" dirty="0" err="1">
                <a:latin typeface="Bodoni MT" pitchFamily="18" charset="0"/>
              </a:rPr>
              <a:t>french</a:t>
            </a:r>
            <a:r>
              <a:rPr lang="en-IN" dirty="0">
                <a:latin typeface="Bodoni MT" pitchFamily="18" charset="0"/>
              </a:rPr>
              <a:t> fries</a:t>
            </a:r>
          </a:p>
        </p:txBody>
      </p:sp>
    </p:spTree>
    <p:extLst>
      <p:ext uri="{BB962C8B-B14F-4D97-AF65-F5344CB8AC3E}">
        <p14:creationId xmlns:p14="http://schemas.microsoft.com/office/powerpoint/2010/main" val="127162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420</Words>
  <Application>Microsoft Office PowerPoint</Application>
  <PresentationFormat>On-screen Show (4:3)</PresentationFormat>
  <Paragraphs>92</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RESTARUANT MENU</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RESTARUANT MENU</dc:title>
  <dc:creator>Admin</dc:creator>
  <cp:lastModifiedBy>Admin</cp:lastModifiedBy>
  <cp:revision>9</cp:revision>
  <dcterms:created xsi:type="dcterms:W3CDTF">2025-12-15T07:58:55Z</dcterms:created>
  <dcterms:modified xsi:type="dcterms:W3CDTF">2025-12-15T10:23:30Z</dcterms:modified>
</cp:coreProperties>
</file>